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d188bc98af4fe6" /><Relationship Type="http://schemas.openxmlformats.org/officeDocument/2006/relationships/extended-properties" Target="/docProps/app.xml" Id="Re283dfe7456a4922" /><Relationship Type="http://schemas.openxmlformats.org/officeDocument/2006/relationships/officeDocument" Target="/ppt/presentation.xml" Id="R22584546106e46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e25c0782f64d51"/>
  </p:sldMasterIdLst>
  <p:notesMasterIdLst>
    <p:notesMasterId xmlns:r="http://schemas.openxmlformats.org/officeDocument/2006/relationships" r:id="R063422f51c2941b8"/>
  </p:notesMasterIdLst>
  <p:sldIdLst>
    <p:sldId xmlns:r="http://schemas.openxmlformats.org/officeDocument/2006/relationships" id="256" r:id="R56a443e0debb41c2"/>
    <p:sldId xmlns:r="http://schemas.openxmlformats.org/officeDocument/2006/relationships" id="257" r:id="R08c34ace64e54461"/>
    <p:sldId xmlns:r="http://schemas.openxmlformats.org/officeDocument/2006/relationships" id="258" r:id="Rcfc5bdfc89e54c3c"/>
    <p:sldId xmlns:r="http://schemas.openxmlformats.org/officeDocument/2006/relationships" id="259" r:id="Rfe7ab0c94d0a48f5"/>
    <p:sldId xmlns:r="http://schemas.openxmlformats.org/officeDocument/2006/relationships" id="260" r:id="R8e0eb27a5d1d447f"/>
    <p:sldId xmlns:r="http://schemas.openxmlformats.org/officeDocument/2006/relationships" id="261" r:id="R92024da746bb4f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71834a3b6f473a" /><Relationship Type="http://schemas.openxmlformats.org/officeDocument/2006/relationships/slideMaster" Target="/ppt/slideMasters/slideMaster1.xml" Id="Rd3e25c0782f64d51" /><Relationship Type="http://schemas.openxmlformats.org/officeDocument/2006/relationships/notesMaster" Target="/ppt/notesMasters/notesMaster1.xml" Id="R063422f51c2941b8" /><Relationship Type="http://schemas.openxmlformats.org/officeDocument/2006/relationships/presProps" Target="/ppt/presProps.xml" Id="Rdefdbb7a30f54910" /><Relationship Type="http://schemas.openxmlformats.org/officeDocument/2006/relationships/tableStyles" Target="/ppt/tableStyles.xml" Id="R7843d6f428e14157" /><Relationship Type="http://schemas.openxmlformats.org/officeDocument/2006/relationships/slide" Target="/ppt/slides/slide1.xml" Id="R56a443e0debb41c2" /><Relationship Type="http://schemas.openxmlformats.org/officeDocument/2006/relationships/slide" Target="/ppt/slides/slide2.xml" Id="R08c34ace64e54461" /><Relationship Type="http://schemas.openxmlformats.org/officeDocument/2006/relationships/slide" Target="/ppt/slides/slide3.xml" Id="Rcfc5bdfc89e54c3c" /><Relationship Type="http://schemas.openxmlformats.org/officeDocument/2006/relationships/slide" Target="/ppt/slides/slide4.xml" Id="Rfe7ab0c94d0a48f5" /><Relationship Type="http://schemas.openxmlformats.org/officeDocument/2006/relationships/slide" Target="/ppt/slides/slide5.xml" Id="R8e0eb27a5d1d447f" /><Relationship Type="http://schemas.openxmlformats.org/officeDocument/2006/relationships/slide" Target="/ppt/slides/slide6.xml" Id="R92024da746bb4f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2be19999d348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272a2a271f420b" /><Relationship Type="http://schemas.openxmlformats.org/officeDocument/2006/relationships/notesMaster" Target="/ppt/notesMasters/notesMaster1.xml" Id="Rba9930e7833846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1f647320f64d20" /><Relationship Type="http://schemas.openxmlformats.org/officeDocument/2006/relationships/notesMaster" Target="/ppt/notesMasters/notesMaster1.xml" Id="Rdcb08493943547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75dd7af01144d4" /><Relationship Type="http://schemas.openxmlformats.org/officeDocument/2006/relationships/notesMaster" Target="/ppt/notesMasters/notesMaster1.xml" Id="R407109e903c64d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f12bfe23bf45b1" /><Relationship Type="http://schemas.openxmlformats.org/officeDocument/2006/relationships/notesMaster" Target="/ppt/notesMasters/notesMaster1.xml" Id="Rbfe858f649be4d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25e1de3f654099" /><Relationship Type="http://schemas.openxmlformats.org/officeDocument/2006/relationships/notesMaster" Target="/ppt/notesMasters/notesMaster1.xml" Id="R4517a9919b3846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6159efddf64159" /><Relationship Type="http://schemas.openxmlformats.org/officeDocument/2006/relationships/notesMaster" Target="/ppt/notesMasters/notesMaster1.xml" Id="R21e996486df24a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self-initiated design sample. This six-slide preview is not a previous client commission and does not represent the complete 36-question project. The title and all content remain editable. No movie stills, logos or film dialogue are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Host instructions: give players time to choose an answer, then move forward one slide for the answer. The sample uses ordinary sequential slides, with no timer, sound or branching navigation.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question and choices. Correct answer: B, 8 years old. Fact checked on 14 October 2026 against 20th Century Studios official film synopsis: https://family.20thcenturystudios.com/movies/home-alone. Film release year: 1990.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20th Century Studios official film synopsis, https://family.20thcenturystudios.com/movies/home-alone. Accessed 14 October 2026. The wording above paraphrases the synopsis. No film quotations or copied images are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question and choices. Correct answer: C, Florida. Fact checked on 14 October 2026 against 20th Century Studios official film synopsis: https://family.20thcenturystudios.com/movies/home-alone-2. Film release year: 1992.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20th Century Studios official film synopsis, https://family.20thcenturystudios.com/movies/home-alone-2. Accessed 14 October 2026. The wording above paraphrases the synopsis. No film quotations or copied images are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15ae82f48849e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b1c57c3d5d4fc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973a6b04f3488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4c9dd62d9346f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0491a2fd864bf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7c0df69e7142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FFB1E81-9BA9-4B4C-88A8-11B88C07E6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B8A12AD-229C-42A1-9F4D-FCED17D1419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5535157-5C9A-4940-A1AF-1B7B568492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B2AB31-0F68-487F-8F2E-351333643F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A08F151-CC2B-4133-9893-93D504C8B0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3101BC0-4DF4-4032-A9A4-9652B37E12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0CCC4A5-F9C8-4ED2-A385-6A0511EB7C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2BCA2E4-5AB5-4253-9C82-78758AE89D4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9CF0614-9E97-4FFF-AABC-AEBBE843D1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BAEDF5A-6F66-45F7-8DDD-7741373962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b8386cc2b44847" /><Relationship Type="http://schemas.openxmlformats.org/officeDocument/2006/relationships/slideLayout" Target="/ppt/slideLayouts/slideLayout1.xml" Id="Rd49a454c7f7a4d2f" /><Relationship Type="http://schemas.openxmlformats.org/officeDocument/2006/relationships/slideLayout" Target="/ppt/slideLayouts/slideLayout2.xml" Id="R266f6f15fa7a45a8" /><Relationship Type="http://schemas.openxmlformats.org/officeDocument/2006/relationships/slideLayout" Target="/ppt/slideLayouts/slideLayout3.xml" Id="R7b7c18b812264703" /><Relationship Type="http://schemas.openxmlformats.org/officeDocument/2006/relationships/slideLayout" Target="/ppt/slideLayouts/slideLayout4.xml" Id="R0df47849d2e74ced" /><Relationship Type="http://schemas.openxmlformats.org/officeDocument/2006/relationships/slideLayout" Target="/ppt/slideLayouts/slideLayout5.xml" Id="R26baea374782466a" /><Relationship Type="http://schemas.openxmlformats.org/officeDocument/2006/relationships/slideLayout" Target="/ppt/slideLayouts/slideLayout6.xml" Id="R2dcb0ff67baf40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9a454c7f7a4d2f"/>
    <p:sldLayoutId xmlns:r="http://schemas.openxmlformats.org/officeDocument/2006/relationships" id="2147483650" r:id="R266f6f15fa7a45a8"/>
    <p:sldLayoutId xmlns:r="http://schemas.openxmlformats.org/officeDocument/2006/relationships" id="2147483651" r:id="R7b7c18b812264703"/>
    <p:sldLayoutId xmlns:r="http://schemas.openxmlformats.org/officeDocument/2006/relationships" id="2147483652" r:id="R0df47849d2e74ced"/>
    <p:sldLayoutId xmlns:r="http://schemas.openxmlformats.org/officeDocument/2006/relationships" id="2147483653" r:id="R26baea374782466a"/>
    <p:sldLayoutId xmlns:r="http://schemas.openxmlformats.org/officeDocument/2006/relationships" id="2147483654" r:id="R2dcb0ff67baf40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16d0dd40a94d66" /><Relationship Type="http://schemas.openxmlformats.org/officeDocument/2006/relationships/notesSlide" Target="/ppt/notesSlides/notesSlide1.xml" Id="Re07d33b7b0604b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15eb1e0b4a4279" /><Relationship Type="http://schemas.openxmlformats.org/officeDocument/2006/relationships/notesSlide" Target="/ppt/notesSlides/notesSlide2.xml" Id="R12cbeca0462f46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016d52c64d44c9" /><Relationship Type="http://schemas.openxmlformats.org/officeDocument/2006/relationships/notesSlide" Target="/ppt/notesSlides/notesSlide3.xml" Id="R4149483def6341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2220a1b98449a7" /><Relationship Type="http://schemas.openxmlformats.org/officeDocument/2006/relationships/notesSlide" Target="/ppt/notesSlides/notesSlide4.xml" Id="R33267b2e4a534d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fe7069364f4c0d" /><Relationship Type="http://schemas.openxmlformats.org/officeDocument/2006/relationships/notesSlide" Target="/ppt/notesSlides/notesSlide5.xml" Id="Ra9ec3fc8178a49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bdd33689994ae6" /><Relationship Type="http://schemas.openxmlformats.org/officeDocument/2006/relationships/notesSlide" Target="/ppt/notesSlides/notesSlide6.xml" Id="R746c826a03cc40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3D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accent">
            <a:extLst xmlns:a="http://schemas.openxmlformats.org/drawingml/2006/main">
              <a:ext uri="{FF2B5EF4-FFF2-40B4-BE49-F238E27FC236}">
                <a16:creationId xmlns:a16="http://schemas.microsoft.com/office/drawing/2014/main" id="{E48F04DE-7890-4894-8551-0F74E27B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2F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ample-disclosure">
            <a:extLst xmlns:a="http://schemas.openxmlformats.org/drawingml/2006/main">
              <a:ext uri="{FF2B5EF4-FFF2-40B4-BE49-F238E27FC236}">
                <a16:creationId xmlns:a16="http://schemas.microsoft.com/office/drawing/2014/main" id="{AD6307CD-75ED-40A7-9F02-91F45E6D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275" b="0">
                <a:solidFill>
                  <a:srgbClr val="B6CFC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6CFC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FC3"/>
                </a:solidFill>
                <a:latin typeface="Arial"/>
                <a:ea typeface="Arial"/>
                <a:cs typeface="Arial"/>
              </a:rPr>
              <a:t>SELF-INITIATED DESIGN SAMPLE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1A5CD5D-E217-413C-99E5-15127212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3055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500" b="0">
                <a:solidFill>
                  <a:srgbClr val="B6CFC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B6CFC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CFC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5558194-CEE0-4C2F-B345-6A3CF611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3822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7050" b="1">
                <a:solidFill>
                  <a:srgbClr val="FFF7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050" b="1">
                <a:solidFill>
                  <a:srgbClr val="FFF7E6"/>
                </a:solidFill>
                <a:latin typeface="Arial"/>
                <a:ea typeface="Arial"/>
                <a:cs typeface="Arial"/>
              </a:defRPr>
            </a:pPr>
            <a:r>
              <a:rPr sz="7050" b="1">
                <a:solidFill>
                  <a:srgbClr val="FFF7E6"/>
                </a:solidFill>
                <a:latin typeface="Arial"/>
                <a:ea typeface="Arial"/>
                <a:cs typeface="Arial"/>
              </a:rPr>
              <a:t>Christmas</a:t>
            </a:r>
          </a:p>
          <a:p xmlns:a="http://schemas.openxmlformats.org/drawingml/2006/main">
            <a:pPr>
              <a:defRPr sz="7050" b="1">
                <a:solidFill>
                  <a:srgbClr val="FFF7E6"/>
                </a:solidFill>
                <a:latin typeface="Arial"/>
                <a:ea typeface="Arial"/>
                <a:cs typeface="Arial"/>
              </a:defRPr>
            </a:pPr>
            <a:r>
              <a:rPr sz="7050" b="1">
                <a:solidFill>
                  <a:srgbClr val="FFF7E6"/>
                </a:solidFill>
                <a:latin typeface="Arial"/>
                <a:ea typeface="Arial"/>
                <a:cs typeface="Arial"/>
              </a:rPr>
              <a:t>movie trivia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A2DC9815-9FF0-41FB-B070-3D7CF2AA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400" b="0">
                <a:solidFill>
                  <a:srgbClr val="F2CC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2CC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2CC75"/>
                </a:solidFill>
                <a:latin typeface="Arial"/>
                <a:ea typeface="Arial"/>
                <a:cs typeface="Arial"/>
              </a:rPr>
              <a:t>A festive game for teams and families</a:t>
            </a:r>
          </a:p>
        </p:txBody>
      </p:sp>
      <p:sp>
        <p:nvSpPr>
          <p:cNvPr id="6" name="scope">
            <a:extLst xmlns:a="http://schemas.openxmlformats.org/drawingml/2006/main">
              <a:ext uri="{FF2B5EF4-FFF2-40B4-BE49-F238E27FC236}">
                <a16:creationId xmlns:a16="http://schemas.microsoft.com/office/drawing/2014/main" id="{BBFF1158-0F89-480D-8E59-10DFAE1A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875" b="0">
                <a:solidFill>
                  <a:srgbClr val="FFF7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FF7E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7E6"/>
                </a:solidFill>
                <a:latin typeface="Arial"/>
                <a:ea typeface="Arial"/>
                <a:cs typeface="Arial"/>
              </a:rPr>
              <a:t>Two sample questions with separate answer slides</a:t>
            </a:r>
          </a:p>
        </p:txBody>
      </p:sp>
    </p:spTree>
    <p:extLst>
      <p:ext uri="{BB962C8B-B14F-4D97-AF65-F5344CB8AC3E}">
        <p14:creationId xmlns:p14="http://schemas.microsoft.com/office/powerpoint/2010/main" val="20070402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7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accent">
            <a:extLst xmlns:a="http://schemas.openxmlformats.org/drawingml/2006/main">
              <a:ext uri="{FF2B5EF4-FFF2-40B4-BE49-F238E27FC236}">
                <a16:creationId xmlns:a16="http://schemas.microsoft.com/office/drawing/2014/main" id="{6650E277-B339-49E8-9C65-5B2FF47F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2F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ample-disclosure">
            <a:extLst xmlns:a="http://schemas.openxmlformats.org/drawingml/2006/main">
              <a:ext uri="{FF2B5EF4-FFF2-40B4-BE49-F238E27FC236}">
                <a16:creationId xmlns:a16="http://schemas.microsoft.com/office/drawing/2014/main" id="{9FA3F55E-2789-4408-B7C6-6FF61842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275" b="0">
                <a:solidFill>
                  <a:srgbClr val="143D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43D3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3D32"/>
                </a:solidFill>
                <a:latin typeface="Arial"/>
                <a:ea typeface="Arial"/>
                <a:cs typeface="Arial"/>
              </a:rPr>
              <a:t>SELF-INITIATED DESIGN SAMPLE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3095539-C443-4222-B02C-4E092822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3055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500" b="0">
                <a:solidFill>
                  <a:srgbClr val="143D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43D3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3D3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ECD70F2-DD62-49C5-B513-5601962C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3600" b="1">
                <a:solidFill>
                  <a:srgbClr val="143D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43D3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3D32"/>
                </a:solidFill>
                <a:latin typeface="Arial"/>
                <a:ea typeface="Arial"/>
                <a:cs typeface="Arial"/>
              </a:rPr>
              <a:t>How the game works</a:t>
            </a:r>
          </a:p>
        </p:txBody>
      </p:sp>
      <p:sp>
        <p:nvSpPr>
          <p:cNvPr id="5" name="rule-0-number">
            <a:extLst xmlns:a="http://schemas.openxmlformats.org/drawingml/2006/main">
              <a:ext uri="{FF2B5EF4-FFF2-40B4-BE49-F238E27FC236}">
                <a16:creationId xmlns:a16="http://schemas.microsoft.com/office/drawing/2014/main" id="{1C448E6E-F486-42B9-9893-25B17CD1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3600" b="1">
                <a:solidFill>
                  <a:srgbClr val="B9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B92F3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92F3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rule-0-heading">
            <a:extLst xmlns:a="http://schemas.openxmlformats.org/drawingml/2006/main">
              <a:ext uri="{FF2B5EF4-FFF2-40B4-BE49-F238E27FC236}">
                <a16:creationId xmlns:a16="http://schemas.microsoft.com/office/drawing/2014/main" id="{1C72D789-1903-49B4-8650-1CADACC3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96215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550" b="1">
                <a:solidFill>
                  <a:srgbClr val="143D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43D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3D32"/>
                </a:solidFill>
                <a:latin typeface="Arial"/>
                <a:ea typeface="Arial"/>
                <a:cs typeface="Arial"/>
              </a:rPr>
              <a:t>Choose your answer</a:t>
            </a:r>
          </a:p>
        </p:txBody>
      </p:sp>
      <p:sp>
        <p:nvSpPr>
          <p:cNvPr id="7" name="rule-0-body">
            <a:extLst xmlns:a="http://schemas.openxmlformats.org/drawingml/2006/main">
              <a:ext uri="{FF2B5EF4-FFF2-40B4-BE49-F238E27FC236}">
                <a16:creationId xmlns:a16="http://schemas.microsoft.com/office/drawing/2014/main" id="{C33D2243-5311-4B35-AECF-6DB2EC1E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86025"/>
            <a:ext cx="904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875" b="0">
                <a:solidFill>
                  <a:srgbClr val="143D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43D3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3D32"/>
                </a:solidFill>
                <a:latin typeface="Arial"/>
                <a:ea typeface="Arial"/>
                <a:cs typeface="Arial"/>
              </a:rPr>
              <a:t>Write A, B or C before the reveal.</a:t>
            </a:r>
          </a:p>
        </p:txBody>
      </p:sp>
      <p:sp>
        <p:nvSpPr>
          <p:cNvPr id="8" name="rule-1-number">
            <a:extLst xmlns:a="http://schemas.openxmlformats.org/drawingml/2006/main">
              <a:ext uri="{FF2B5EF4-FFF2-40B4-BE49-F238E27FC236}">
                <a16:creationId xmlns:a16="http://schemas.microsoft.com/office/drawing/2014/main" id="{55DC1AA0-5A6D-4FC6-AD54-5B4FE5C0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1467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3600" b="1">
                <a:solidFill>
                  <a:srgbClr val="B9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B92F3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92F3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rule-1-heading">
            <a:extLst xmlns:a="http://schemas.openxmlformats.org/drawingml/2006/main">
              <a:ext uri="{FF2B5EF4-FFF2-40B4-BE49-F238E27FC236}">
                <a16:creationId xmlns:a16="http://schemas.microsoft.com/office/drawing/2014/main" id="{04634AFF-A0F3-45CB-BEC8-E16E7486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4325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550" b="1">
                <a:solidFill>
                  <a:srgbClr val="143D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43D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3D32"/>
                </a:solidFill>
                <a:latin typeface="Arial"/>
                <a:ea typeface="Arial"/>
                <a:cs typeface="Arial"/>
              </a:rPr>
              <a:t>One point per correct answer</a:t>
            </a:r>
          </a:p>
        </p:txBody>
      </p:sp>
      <p:sp>
        <p:nvSpPr>
          <p:cNvPr id="10" name="rule-1-body">
            <a:extLst xmlns:a="http://schemas.openxmlformats.org/drawingml/2006/main">
              <a:ext uri="{FF2B5EF4-FFF2-40B4-BE49-F238E27FC236}">
                <a16:creationId xmlns:a16="http://schemas.microsoft.com/office/drawing/2014/main" id="{D3079EF3-0333-4A72-8456-F870E5BC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67125"/>
            <a:ext cx="904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875" b="0">
                <a:solidFill>
                  <a:srgbClr val="143D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43D3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3D32"/>
                </a:solidFill>
                <a:latin typeface="Arial"/>
                <a:ea typeface="Arial"/>
                <a:cs typeface="Arial"/>
              </a:rPr>
              <a:t>The host advances to the next slide to show it.</a:t>
            </a:r>
          </a:p>
        </p:txBody>
      </p:sp>
      <p:sp>
        <p:nvSpPr>
          <p:cNvPr id="11" name="rule-2-number">
            <a:extLst xmlns:a="http://schemas.openxmlformats.org/drawingml/2006/main">
              <a:ext uri="{FF2B5EF4-FFF2-40B4-BE49-F238E27FC236}">
                <a16:creationId xmlns:a16="http://schemas.microsoft.com/office/drawing/2014/main" id="{459DED56-ACD5-4774-93D9-51E8DA1E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9577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3600" b="1">
                <a:solidFill>
                  <a:srgbClr val="B9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B92F3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92F3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rule-2-heading">
            <a:extLst xmlns:a="http://schemas.openxmlformats.org/drawingml/2006/main">
              <a:ext uri="{FF2B5EF4-FFF2-40B4-BE49-F238E27FC236}">
                <a16:creationId xmlns:a16="http://schemas.microsoft.com/office/drawing/2014/main" id="{2630A136-D701-491A-AA69-A1D39072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2435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550" b="1">
                <a:solidFill>
                  <a:srgbClr val="143D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43D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3D32"/>
                </a:solidFill>
                <a:latin typeface="Arial"/>
                <a:ea typeface="Arial"/>
                <a:cs typeface="Arial"/>
              </a:rPr>
              <a:t>Keep a team score</a:t>
            </a:r>
          </a:p>
        </p:txBody>
      </p:sp>
      <p:sp>
        <p:nvSpPr>
          <p:cNvPr id="13" name="rule-2-body">
            <a:extLst xmlns:a="http://schemas.openxmlformats.org/drawingml/2006/main">
              <a:ext uri="{FF2B5EF4-FFF2-40B4-BE49-F238E27FC236}">
                <a16:creationId xmlns:a16="http://schemas.microsoft.com/office/drawing/2014/main" id="{A104CB05-3D3E-4DCE-9FE3-1C613C3F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48225"/>
            <a:ext cx="904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875" b="0">
                <a:solidFill>
                  <a:srgbClr val="143D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43D3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3D32"/>
                </a:solidFill>
                <a:latin typeface="Arial"/>
                <a:ea typeface="Arial"/>
                <a:cs typeface="Arial"/>
              </a:rPr>
              <a:t>This preview has two questions. Maximum score: 2.</a:t>
            </a:r>
          </a:p>
        </p:txBody>
      </p:sp>
    </p:spTree>
    <p:extLst>
      <p:ext uri="{BB962C8B-B14F-4D97-AF65-F5344CB8AC3E}">
        <p14:creationId xmlns:p14="http://schemas.microsoft.com/office/powerpoint/2010/main" val="14017362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43D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op-accent">
            <a:extLst xmlns:a="http://schemas.openxmlformats.org/drawingml/2006/main">
              <a:ext uri="{FF2B5EF4-FFF2-40B4-BE49-F238E27FC236}">
                <a16:creationId xmlns:a16="http://schemas.microsoft.com/office/drawing/2014/main" id="{3ABB1287-88EE-430A-83B3-D9E66BDE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2F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ample-disclosure">
            <a:extLst xmlns:a="http://schemas.openxmlformats.org/drawingml/2006/main">
              <a:ext uri="{FF2B5EF4-FFF2-40B4-BE49-F238E27FC236}">
                <a16:creationId xmlns:a16="http://schemas.microsoft.com/office/drawing/2014/main" id="{C1B7936F-7F82-46E5-8D1E-EFC1FFD7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275" b="0">
                <a:solidFill>
                  <a:srgbClr val="B6CFC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6CFC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FC3"/>
                </a:solidFill>
                <a:latin typeface="Arial"/>
                <a:ea typeface="Arial"/>
                <a:cs typeface="Arial"/>
              </a:rPr>
              <a:t>SELF-INITIATED DESIGN SAMPLE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B3CFDF3-529B-47CE-81C2-3B727249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3055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500" b="0">
                <a:solidFill>
                  <a:srgbClr val="B6CFC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B6CFC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CFC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film-title">
            <a:extLst xmlns:a="http://schemas.openxmlformats.org/drawingml/2006/main">
              <a:ext uri="{FF2B5EF4-FFF2-40B4-BE49-F238E27FC236}">
                <a16:creationId xmlns:a16="http://schemas.microsoft.com/office/drawing/2014/main" id="{45F5CE63-9E42-41B5-B939-A1F192FB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3225" b="1">
                <a:solidFill>
                  <a:srgbClr val="F2CC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2CC7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2CC75"/>
                </a:solidFill>
                <a:latin typeface="Arial"/>
                <a:ea typeface="Arial"/>
                <a:cs typeface="Arial"/>
              </a:rPr>
              <a:t>Home Alone</a:t>
            </a:r>
          </a:p>
        </p:txBody>
      </p:sp>
      <p:sp>
        <p:nvSpPr>
          <p:cNvPr id="5" name="question-label">
            <a:extLst xmlns:a="http://schemas.openxmlformats.org/drawingml/2006/main">
              <a:ext uri="{FF2B5EF4-FFF2-40B4-BE49-F238E27FC236}">
                <a16:creationId xmlns:a16="http://schemas.microsoft.com/office/drawing/2014/main" id="{53A013FF-DA1B-4B7F-BB66-BB43357F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650" b="1">
                <a:solidFill>
                  <a:srgbClr val="B6CFC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B6CFC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6CFC3"/>
                </a:solidFill>
                <a:latin typeface="Arial"/>
                <a:ea typeface="Arial"/>
                <a:cs typeface="Arial"/>
              </a:rPr>
              <a:t>QUESTION 1</a:t>
            </a:r>
          </a:p>
        </p:txBody>
      </p:sp>
      <p:sp>
        <p:nvSpPr>
          <p:cNvPr id="6" name="question">
            <a:extLst xmlns:a="http://schemas.openxmlformats.org/drawingml/2006/main">
              <a:ext uri="{FF2B5EF4-FFF2-40B4-BE49-F238E27FC236}">
                <a16:creationId xmlns:a16="http://schemas.microsoft.com/office/drawing/2014/main" id="{DC32046D-8B80-47AC-B809-8EB6FD63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04775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3525" b="1">
                <a:solidFill>
                  <a:srgbClr val="FFF7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525" b="1">
                <a:solidFill>
                  <a:srgbClr val="FFF7E6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7E6"/>
                </a:solidFill>
                <a:latin typeface="Arial"/>
                <a:ea typeface="Arial"/>
                <a:cs typeface="Arial"/>
              </a:rPr>
              <a:t>How old is Kevin when his family</a:t>
            </a:r>
          </a:p>
          <a:p xmlns:a="http://schemas.openxmlformats.org/drawingml/2006/main">
            <a:pPr>
              <a:defRPr sz="3525" b="1">
                <a:solidFill>
                  <a:srgbClr val="FFF7E6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7E6"/>
                </a:solidFill>
                <a:latin typeface="Arial"/>
                <a:ea typeface="Arial"/>
                <a:cs typeface="Arial"/>
              </a:rPr>
              <a:t>accidentally leaves him at home?</a:t>
            </a:r>
          </a:p>
        </p:txBody>
      </p:sp>
      <p:sp>
        <p:nvSpPr>
          <p:cNvPr id="7" name="option-0-letter">
            <a:extLst xmlns:a="http://schemas.openxmlformats.org/drawingml/2006/main">
              <a:ext uri="{FF2B5EF4-FFF2-40B4-BE49-F238E27FC236}">
                <a16:creationId xmlns:a16="http://schemas.microsoft.com/office/drawing/2014/main" id="{EAC667ED-F407-4C7F-8BC4-DACF30C8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4200" b="1">
                <a:solidFill>
                  <a:srgbClr val="F2CC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F2CC75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2CC7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8" name="option-0-text">
            <a:extLst xmlns:a="http://schemas.openxmlformats.org/drawingml/2006/main">
              <a:ext uri="{FF2B5EF4-FFF2-40B4-BE49-F238E27FC236}">
                <a16:creationId xmlns:a16="http://schemas.microsoft.com/office/drawing/2014/main" id="{BEB626E5-DE62-4CEF-870A-E6DBADD6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81600"/>
            <a:ext cx="321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325" b="0">
                <a:solidFill>
                  <a:srgbClr val="FFF7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FFF7E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7E6"/>
                </a:solidFill>
                <a:latin typeface="Arial"/>
                <a:ea typeface="Arial"/>
                <a:cs typeface="Arial"/>
              </a:rPr>
              <a:t>6 years old</a:t>
            </a:r>
          </a:p>
        </p:txBody>
      </p:sp>
      <p:sp>
        <p:nvSpPr>
          <p:cNvPr id="9" name="option-1-letter">
            <a:extLst xmlns:a="http://schemas.openxmlformats.org/drawingml/2006/main">
              <a:ext uri="{FF2B5EF4-FFF2-40B4-BE49-F238E27FC236}">
                <a16:creationId xmlns:a16="http://schemas.microsoft.com/office/drawing/2014/main" id="{F6645C26-BB93-432B-83B8-ADEE8E0A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3387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4200" b="1">
                <a:solidFill>
                  <a:srgbClr val="F2CC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F2CC75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2CC75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" name="option-1-text">
            <a:extLst xmlns:a="http://schemas.openxmlformats.org/drawingml/2006/main">
              <a:ext uri="{FF2B5EF4-FFF2-40B4-BE49-F238E27FC236}">
                <a16:creationId xmlns:a16="http://schemas.microsoft.com/office/drawing/2014/main" id="{9156A2A4-06C6-4F61-B37F-A52BC0D3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181600"/>
            <a:ext cx="321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325" b="0">
                <a:solidFill>
                  <a:srgbClr val="FFF7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FFF7E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7E6"/>
                </a:solidFill>
                <a:latin typeface="Arial"/>
                <a:ea typeface="Arial"/>
                <a:cs typeface="Arial"/>
              </a:rPr>
              <a:t>8 years old</a:t>
            </a:r>
          </a:p>
        </p:txBody>
      </p:sp>
      <p:sp>
        <p:nvSpPr>
          <p:cNvPr id="11" name="option-2-letter">
            <a:extLst xmlns:a="http://schemas.openxmlformats.org/drawingml/2006/main">
              <a:ext uri="{FF2B5EF4-FFF2-40B4-BE49-F238E27FC236}">
                <a16:creationId xmlns:a16="http://schemas.microsoft.com/office/drawing/2014/main" id="{F1BB2974-28FA-4C07-84F1-A7F352C0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3387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4200" b="1">
                <a:solidFill>
                  <a:srgbClr val="F2CC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F2CC75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2CC75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2" name="option-2-text">
            <a:extLst xmlns:a="http://schemas.openxmlformats.org/drawingml/2006/main">
              <a:ext uri="{FF2B5EF4-FFF2-40B4-BE49-F238E27FC236}">
                <a16:creationId xmlns:a16="http://schemas.microsoft.com/office/drawing/2014/main" id="{5D3D4317-5782-4B33-A567-89ADEFF0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81600"/>
            <a:ext cx="321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325" b="0">
                <a:solidFill>
                  <a:srgbClr val="FFF7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FFF7E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7E6"/>
                </a:solidFill>
                <a:latin typeface="Arial"/>
                <a:ea typeface="Arial"/>
                <a:cs typeface="Arial"/>
              </a:rPr>
              <a:t>10 years old</a:t>
            </a:r>
          </a:p>
        </p:txBody>
      </p:sp>
    </p:spTree>
    <p:extLst>
      <p:ext uri="{BB962C8B-B14F-4D97-AF65-F5344CB8AC3E}">
        <p14:creationId xmlns:p14="http://schemas.microsoft.com/office/powerpoint/2010/main" val="20004230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7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accent">
            <a:extLst xmlns:a="http://schemas.openxmlformats.org/drawingml/2006/main">
              <a:ext uri="{FF2B5EF4-FFF2-40B4-BE49-F238E27FC236}">
                <a16:creationId xmlns:a16="http://schemas.microsoft.com/office/drawing/2014/main" id="{CC136E5B-B430-4032-9971-26C8799E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2F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ample-disclosure">
            <a:extLst xmlns:a="http://schemas.openxmlformats.org/drawingml/2006/main">
              <a:ext uri="{FF2B5EF4-FFF2-40B4-BE49-F238E27FC236}">
                <a16:creationId xmlns:a16="http://schemas.microsoft.com/office/drawing/2014/main" id="{E8B75EF0-95EB-4445-8D9B-AAF73B2D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275" b="0">
                <a:solidFill>
                  <a:srgbClr val="143D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43D3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3D32"/>
                </a:solidFill>
                <a:latin typeface="Arial"/>
                <a:ea typeface="Arial"/>
                <a:cs typeface="Arial"/>
              </a:rPr>
              <a:t>SELF-INITIATED DESIGN SAMPLE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C355BA7-C152-4895-B5DB-613B5307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3055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500" b="0">
                <a:solidFill>
                  <a:srgbClr val="143D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43D3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3D3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2127BA14-C676-4BFF-8F62-065A600E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3375" b="1">
                <a:solidFill>
                  <a:srgbClr val="143D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43D32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3D32"/>
                </a:solidFill>
                <a:latin typeface="Arial"/>
                <a:ea typeface="Arial"/>
                <a:cs typeface="Arial"/>
              </a:rPr>
              <a:t>Answer 1</a:t>
            </a:r>
          </a:p>
        </p:txBody>
      </p:sp>
      <p:sp>
        <p:nvSpPr>
          <p:cNvPr id="5" name="answer-letter">
            <a:extLst xmlns:a="http://schemas.openxmlformats.org/drawingml/2006/main">
              <a:ext uri="{FF2B5EF4-FFF2-40B4-BE49-F238E27FC236}">
                <a16:creationId xmlns:a16="http://schemas.microsoft.com/office/drawing/2014/main" id="{0C7D3F0C-15EE-41DD-9ACF-9C59FAE0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24075"/>
            <a:ext cx="1619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8250" b="1">
                <a:solidFill>
                  <a:srgbClr val="B9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0" b="1">
                <a:solidFill>
                  <a:srgbClr val="B92F3B"/>
                </a:solidFill>
                <a:latin typeface="Arial"/>
                <a:ea typeface="Arial"/>
                <a:cs typeface="Arial"/>
              </a:defRPr>
            </a:pPr>
            <a:r>
              <a:rPr sz="8250" b="1">
                <a:solidFill>
                  <a:srgbClr val="B92F3B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6" name="answer-value">
            <a:extLst xmlns:a="http://schemas.openxmlformats.org/drawingml/2006/main">
              <a:ext uri="{FF2B5EF4-FFF2-40B4-BE49-F238E27FC236}">
                <a16:creationId xmlns:a16="http://schemas.microsoft.com/office/drawing/2014/main" id="{408DD450-863A-482D-9D30-F30B1993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371725"/>
            <a:ext cx="8763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5625" b="1">
                <a:solidFill>
                  <a:srgbClr val="143D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625" b="1">
                <a:solidFill>
                  <a:srgbClr val="143D32"/>
                </a:solidFill>
                <a:latin typeface="Arial"/>
                <a:ea typeface="Arial"/>
                <a:cs typeface="Arial"/>
              </a:defRPr>
            </a:pPr>
            <a:r>
              <a:rPr sz="5625" b="1">
                <a:solidFill>
                  <a:srgbClr val="143D32"/>
                </a:solidFill>
                <a:latin typeface="Arial"/>
                <a:ea typeface="Arial"/>
                <a:cs typeface="Arial"/>
              </a:rPr>
              <a:t>8 years old</a:t>
            </a:r>
          </a:p>
        </p:txBody>
      </p:sp>
      <p:sp>
        <p:nvSpPr>
          <p:cNvPr id="7" name="explanation">
            <a:extLst xmlns:a="http://schemas.openxmlformats.org/drawingml/2006/main">
              <a:ext uri="{FF2B5EF4-FFF2-40B4-BE49-F238E27FC236}">
                <a16:creationId xmlns:a16="http://schemas.microsoft.com/office/drawing/2014/main" id="{17F9719B-CBB4-4629-AC09-3C2309BB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10668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325" b="0">
                <a:solidFill>
                  <a:srgbClr val="143D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43D3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43D32"/>
                </a:solidFill>
                <a:latin typeface="Arial"/>
                <a:ea typeface="Arial"/>
                <a:cs typeface="Arial"/>
              </a:rPr>
              <a:t>Kevin is eight in the original Home Alone.</a:t>
            </a:r>
          </a:p>
        </p:txBody>
      </p:sp>
      <p:sp>
        <p:nvSpPr>
          <p:cNvPr id="8" name="score">
            <a:extLst xmlns:a="http://schemas.openxmlformats.org/drawingml/2006/main">
              <a:ext uri="{FF2B5EF4-FFF2-40B4-BE49-F238E27FC236}">
                <a16:creationId xmlns:a16="http://schemas.microsoft.com/office/drawing/2014/main" id="{3B83466D-6FEB-4184-9362-3DDA142E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864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950" b="1">
                <a:solidFill>
                  <a:srgbClr val="B9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B92F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92F3B"/>
                </a:solidFill>
                <a:latin typeface="Arial"/>
                <a:ea typeface="Arial"/>
                <a:cs typeface="Arial"/>
              </a:rPr>
              <a:t>1 point for the correct answer</a:t>
            </a:r>
          </a:p>
        </p:txBody>
      </p:sp>
    </p:spTree>
    <p:extLst>
      <p:ext uri="{BB962C8B-B14F-4D97-AF65-F5344CB8AC3E}">
        <p14:creationId xmlns:p14="http://schemas.microsoft.com/office/powerpoint/2010/main" val="17910698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43D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op-accent">
            <a:extLst xmlns:a="http://schemas.openxmlformats.org/drawingml/2006/main">
              <a:ext uri="{FF2B5EF4-FFF2-40B4-BE49-F238E27FC236}">
                <a16:creationId xmlns:a16="http://schemas.microsoft.com/office/drawing/2014/main" id="{16B73CF5-BBEE-4C59-9780-74A14B2A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2F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ample-disclosure">
            <a:extLst xmlns:a="http://schemas.openxmlformats.org/drawingml/2006/main">
              <a:ext uri="{FF2B5EF4-FFF2-40B4-BE49-F238E27FC236}">
                <a16:creationId xmlns:a16="http://schemas.microsoft.com/office/drawing/2014/main" id="{AEAC5280-08D5-41B5-B8F5-3895993C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275" b="0">
                <a:solidFill>
                  <a:srgbClr val="B6CFC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6CFC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FC3"/>
                </a:solidFill>
                <a:latin typeface="Arial"/>
                <a:ea typeface="Arial"/>
                <a:cs typeface="Arial"/>
              </a:rPr>
              <a:t>SELF-INITIATED DESIGN SAMPLE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F7B3091-0270-47F1-BF4F-BF7C8E43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3055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500" b="0">
                <a:solidFill>
                  <a:srgbClr val="B6CFC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B6CFC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6CFC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film-title">
            <a:extLst xmlns:a="http://schemas.openxmlformats.org/drawingml/2006/main">
              <a:ext uri="{FF2B5EF4-FFF2-40B4-BE49-F238E27FC236}">
                <a16:creationId xmlns:a16="http://schemas.microsoft.com/office/drawing/2014/main" id="{E6E71B21-281F-44FB-AAA6-005A964B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3225" b="1">
                <a:solidFill>
                  <a:srgbClr val="F2CC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2CC7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2CC75"/>
                </a:solidFill>
                <a:latin typeface="Arial"/>
                <a:ea typeface="Arial"/>
                <a:cs typeface="Arial"/>
              </a:rPr>
              <a:t>Home Alone 2</a:t>
            </a:r>
          </a:p>
        </p:txBody>
      </p:sp>
      <p:sp>
        <p:nvSpPr>
          <p:cNvPr id="5" name="question-label">
            <a:extLst xmlns:a="http://schemas.openxmlformats.org/drawingml/2006/main">
              <a:ext uri="{FF2B5EF4-FFF2-40B4-BE49-F238E27FC236}">
                <a16:creationId xmlns:a16="http://schemas.microsoft.com/office/drawing/2014/main" id="{70E98121-B067-4DFD-B1C0-DEECDB96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650" b="1">
                <a:solidFill>
                  <a:srgbClr val="B6CFC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B6CFC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6CFC3"/>
                </a:solidFill>
                <a:latin typeface="Arial"/>
                <a:ea typeface="Arial"/>
                <a:cs typeface="Arial"/>
              </a:rPr>
              <a:t>QUESTION 2</a:t>
            </a:r>
          </a:p>
        </p:txBody>
      </p:sp>
      <p:sp>
        <p:nvSpPr>
          <p:cNvPr id="6" name="question">
            <a:extLst xmlns:a="http://schemas.openxmlformats.org/drawingml/2006/main">
              <a:ext uri="{FF2B5EF4-FFF2-40B4-BE49-F238E27FC236}">
                <a16:creationId xmlns:a16="http://schemas.microsoft.com/office/drawing/2014/main" id="{7CC8269B-F1F7-460C-945B-81826489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04775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3525" b="1">
                <a:solidFill>
                  <a:srgbClr val="FFF7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525" b="1">
                <a:solidFill>
                  <a:srgbClr val="FFF7E6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7E6"/>
                </a:solidFill>
                <a:latin typeface="Arial"/>
                <a:ea typeface="Arial"/>
                <a:cs typeface="Arial"/>
              </a:rPr>
              <a:t>Which state does Kevin’s family</a:t>
            </a:r>
          </a:p>
          <a:p xmlns:a="http://schemas.openxmlformats.org/drawingml/2006/main">
            <a:pPr>
              <a:defRPr sz="3525" b="1">
                <a:solidFill>
                  <a:srgbClr val="FFF7E6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7E6"/>
                </a:solidFill>
                <a:latin typeface="Arial"/>
                <a:ea typeface="Arial"/>
                <a:cs typeface="Arial"/>
              </a:rPr>
              <a:t>travel to for their holiday?</a:t>
            </a:r>
          </a:p>
        </p:txBody>
      </p:sp>
      <p:sp>
        <p:nvSpPr>
          <p:cNvPr id="7" name="option-0-letter">
            <a:extLst xmlns:a="http://schemas.openxmlformats.org/drawingml/2006/main">
              <a:ext uri="{FF2B5EF4-FFF2-40B4-BE49-F238E27FC236}">
                <a16:creationId xmlns:a16="http://schemas.microsoft.com/office/drawing/2014/main" id="{CCBCE10F-C3C7-4F5E-9533-DBF4E279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4200" b="1">
                <a:solidFill>
                  <a:srgbClr val="F2CC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F2CC75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2CC7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8" name="option-0-text">
            <a:extLst xmlns:a="http://schemas.openxmlformats.org/drawingml/2006/main">
              <a:ext uri="{FF2B5EF4-FFF2-40B4-BE49-F238E27FC236}">
                <a16:creationId xmlns:a16="http://schemas.microsoft.com/office/drawing/2014/main" id="{68DC265F-D1AD-4BCB-9F8F-F0320832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81600"/>
            <a:ext cx="321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325" b="0">
                <a:solidFill>
                  <a:srgbClr val="FFF7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FFF7E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7E6"/>
                </a:solidFill>
                <a:latin typeface="Arial"/>
                <a:ea typeface="Arial"/>
                <a:cs typeface="Arial"/>
              </a:rPr>
              <a:t>California</a:t>
            </a:r>
          </a:p>
        </p:txBody>
      </p:sp>
      <p:sp>
        <p:nvSpPr>
          <p:cNvPr id="9" name="option-1-letter">
            <a:extLst xmlns:a="http://schemas.openxmlformats.org/drawingml/2006/main">
              <a:ext uri="{FF2B5EF4-FFF2-40B4-BE49-F238E27FC236}">
                <a16:creationId xmlns:a16="http://schemas.microsoft.com/office/drawing/2014/main" id="{87C8B1E0-35EF-442E-950C-2137F762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3387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4200" b="1">
                <a:solidFill>
                  <a:srgbClr val="F2CC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F2CC75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2CC75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" name="option-1-text">
            <a:extLst xmlns:a="http://schemas.openxmlformats.org/drawingml/2006/main">
              <a:ext uri="{FF2B5EF4-FFF2-40B4-BE49-F238E27FC236}">
                <a16:creationId xmlns:a16="http://schemas.microsoft.com/office/drawing/2014/main" id="{F3AD7AF4-F090-4697-9780-36BB4882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181600"/>
            <a:ext cx="321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325" b="0">
                <a:solidFill>
                  <a:srgbClr val="FFF7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FFF7E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7E6"/>
                </a:solidFill>
                <a:latin typeface="Arial"/>
                <a:ea typeface="Arial"/>
                <a:cs typeface="Arial"/>
              </a:rPr>
              <a:t>Hawaii</a:t>
            </a:r>
          </a:p>
        </p:txBody>
      </p:sp>
      <p:sp>
        <p:nvSpPr>
          <p:cNvPr id="11" name="option-2-letter">
            <a:extLst xmlns:a="http://schemas.openxmlformats.org/drawingml/2006/main">
              <a:ext uri="{FF2B5EF4-FFF2-40B4-BE49-F238E27FC236}">
                <a16:creationId xmlns:a16="http://schemas.microsoft.com/office/drawing/2014/main" id="{63F704E5-2AA7-4DA7-AB6E-7C480ECE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3387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4200" b="1">
                <a:solidFill>
                  <a:srgbClr val="F2CC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F2CC75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2CC75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2" name="option-2-text">
            <a:extLst xmlns:a="http://schemas.openxmlformats.org/drawingml/2006/main">
              <a:ext uri="{FF2B5EF4-FFF2-40B4-BE49-F238E27FC236}">
                <a16:creationId xmlns:a16="http://schemas.microsoft.com/office/drawing/2014/main" id="{1332591F-0B47-4249-9A0E-72FBA80B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81600"/>
            <a:ext cx="321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325" b="0">
                <a:solidFill>
                  <a:srgbClr val="FFF7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FFF7E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7E6"/>
                </a:solidFill>
                <a:latin typeface="Arial"/>
                <a:ea typeface="Arial"/>
                <a:cs typeface="Arial"/>
              </a:rPr>
              <a:t>Florida</a:t>
            </a:r>
          </a:p>
        </p:txBody>
      </p:sp>
    </p:spTree>
    <p:extLst>
      <p:ext uri="{BB962C8B-B14F-4D97-AF65-F5344CB8AC3E}">
        <p14:creationId xmlns:p14="http://schemas.microsoft.com/office/powerpoint/2010/main" val="7687294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7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accent">
            <a:extLst xmlns:a="http://schemas.openxmlformats.org/drawingml/2006/main">
              <a:ext uri="{FF2B5EF4-FFF2-40B4-BE49-F238E27FC236}">
                <a16:creationId xmlns:a16="http://schemas.microsoft.com/office/drawing/2014/main" id="{74934001-3DEC-49EE-B48F-805250C2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2F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ample-disclosure">
            <a:extLst xmlns:a="http://schemas.openxmlformats.org/drawingml/2006/main">
              <a:ext uri="{FF2B5EF4-FFF2-40B4-BE49-F238E27FC236}">
                <a16:creationId xmlns:a16="http://schemas.microsoft.com/office/drawing/2014/main" id="{E59211DB-8807-4DDE-92A3-7542CF0C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275" b="0">
                <a:solidFill>
                  <a:srgbClr val="143D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43D3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3D32"/>
                </a:solidFill>
                <a:latin typeface="Arial"/>
                <a:ea typeface="Arial"/>
                <a:cs typeface="Arial"/>
              </a:rPr>
              <a:t>SELF-INITIATED DESIGN SAMPLE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ABE141E-DE3B-44F2-BB88-A0DB0862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3055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500" b="0">
                <a:solidFill>
                  <a:srgbClr val="143D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43D3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3D3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8F6432BE-0C30-4570-95A6-FA733831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3375" b="1">
                <a:solidFill>
                  <a:srgbClr val="143D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43D32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3D32"/>
                </a:solidFill>
                <a:latin typeface="Arial"/>
                <a:ea typeface="Arial"/>
                <a:cs typeface="Arial"/>
              </a:rPr>
              <a:t>Answer 2</a:t>
            </a:r>
          </a:p>
        </p:txBody>
      </p:sp>
      <p:sp>
        <p:nvSpPr>
          <p:cNvPr id="5" name="answer-letter">
            <a:extLst xmlns:a="http://schemas.openxmlformats.org/drawingml/2006/main">
              <a:ext uri="{FF2B5EF4-FFF2-40B4-BE49-F238E27FC236}">
                <a16:creationId xmlns:a16="http://schemas.microsoft.com/office/drawing/2014/main" id="{B611BC3C-C847-4699-B413-30613CD6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24075"/>
            <a:ext cx="1619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8250" b="1">
                <a:solidFill>
                  <a:srgbClr val="B9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0" b="1">
                <a:solidFill>
                  <a:srgbClr val="B92F3B"/>
                </a:solidFill>
                <a:latin typeface="Arial"/>
                <a:ea typeface="Arial"/>
                <a:cs typeface="Arial"/>
              </a:defRPr>
            </a:pPr>
            <a:r>
              <a:rPr sz="8250" b="1">
                <a:solidFill>
                  <a:srgbClr val="B92F3B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6" name="answer-value">
            <a:extLst xmlns:a="http://schemas.openxmlformats.org/drawingml/2006/main">
              <a:ext uri="{FF2B5EF4-FFF2-40B4-BE49-F238E27FC236}">
                <a16:creationId xmlns:a16="http://schemas.microsoft.com/office/drawing/2014/main" id="{F0EBBBA9-601C-4BD8-843C-1C2BFB2A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371725"/>
            <a:ext cx="8763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6750" b="1">
                <a:solidFill>
                  <a:srgbClr val="143D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750" b="1">
                <a:solidFill>
                  <a:srgbClr val="143D32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143D32"/>
                </a:solidFill>
                <a:latin typeface="Arial"/>
                <a:ea typeface="Arial"/>
                <a:cs typeface="Arial"/>
              </a:rPr>
              <a:t>Florida</a:t>
            </a:r>
          </a:p>
        </p:txBody>
      </p:sp>
      <p:sp>
        <p:nvSpPr>
          <p:cNvPr id="7" name="explanation">
            <a:extLst xmlns:a="http://schemas.openxmlformats.org/drawingml/2006/main">
              <a:ext uri="{FF2B5EF4-FFF2-40B4-BE49-F238E27FC236}">
                <a16:creationId xmlns:a16="http://schemas.microsoft.com/office/drawing/2014/main" id="{305C41F4-1317-4CE8-B440-2EEF1263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10668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2325" b="0">
                <a:solidFill>
                  <a:srgbClr val="143D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43D3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43D32"/>
                </a:solidFill>
                <a:latin typeface="Arial"/>
                <a:ea typeface="Arial"/>
                <a:cs typeface="Arial"/>
              </a:rPr>
              <a:t>His family heads to Florida. Kevin ends up in New York.</a:t>
            </a:r>
          </a:p>
        </p:txBody>
      </p:sp>
      <p:sp>
        <p:nvSpPr>
          <p:cNvPr id="8" name="score">
            <a:extLst xmlns:a="http://schemas.openxmlformats.org/drawingml/2006/main">
              <a:ext uri="{FF2B5EF4-FFF2-40B4-BE49-F238E27FC236}">
                <a16:creationId xmlns:a16="http://schemas.microsoft.com/office/drawing/2014/main" id="{5D0BFDBC-0708-412E-A84F-64A2C078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864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>
            <a:defPPr>
              <a:defRPr sz="1950" b="1">
                <a:solidFill>
                  <a:srgbClr val="B9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B92F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92F3B"/>
                </a:solidFill>
                <a:latin typeface="Arial"/>
                <a:ea typeface="Arial"/>
                <a:cs typeface="Arial"/>
              </a:rPr>
              <a:t>1 point for the correct answer</a:t>
            </a:r>
          </a:p>
        </p:txBody>
      </p:sp>
    </p:spTree>
    <p:extLst>
      <p:ext uri="{BB962C8B-B14F-4D97-AF65-F5344CB8AC3E}">
        <p14:creationId xmlns:p14="http://schemas.microsoft.com/office/powerpoint/2010/main" val="16263737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2026-10-14T16:10:24.8840000Z</dcterms:created>
  <dcterms:modified xsi:type="dcterms:W3CDTF">2026-10-14T16:10:24.8840000Z</dcterms:modified>
</coreProperties>
</file>